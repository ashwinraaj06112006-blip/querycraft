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ba5f87b8249b8" /><Relationship Type="http://schemas.openxmlformats.org/officeDocument/2006/relationships/extended-properties" Target="/docProps/app.xml" Id="Rea88a88f1e264173" /><Relationship Type="http://schemas.openxmlformats.org/officeDocument/2006/relationships/officeDocument" Target="/ppt/presentation.xml" Id="Ra2cc5938367c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d6659c3df415e"/>
  </p:sldMasterIdLst>
  <p:notesMasterIdLst>
    <p:notesMasterId xmlns:r="http://schemas.openxmlformats.org/officeDocument/2006/relationships" r:id="R1be115caf4cc4182"/>
  </p:notesMasterIdLst>
  <p:sldIdLst>
    <p:sldId xmlns:r="http://schemas.openxmlformats.org/officeDocument/2006/relationships" id="256" r:id="Rafff8977e8e44676"/>
    <p:sldId xmlns:r="http://schemas.openxmlformats.org/officeDocument/2006/relationships" id="257" r:id="Rf48755b85f614ecb"/>
    <p:sldId xmlns:r="http://schemas.openxmlformats.org/officeDocument/2006/relationships" id="258" r:id="R4265db191a2c469e"/>
    <p:sldId xmlns:r="http://schemas.openxmlformats.org/officeDocument/2006/relationships" id="259" r:id="R8f944de138aa4926"/>
    <p:sldId xmlns:r="http://schemas.openxmlformats.org/officeDocument/2006/relationships" id="260" r:id="R8c0aaef6f72149ff"/>
    <p:sldId xmlns:r="http://schemas.openxmlformats.org/officeDocument/2006/relationships" id="261" r:id="R39e59a3a1fb245c1"/>
    <p:sldId xmlns:r="http://schemas.openxmlformats.org/officeDocument/2006/relationships" id="262" r:id="R26e16ab82ddf4448"/>
    <p:sldId xmlns:r="http://schemas.openxmlformats.org/officeDocument/2006/relationships" id="263" r:id="R8513e6fafb204a9e"/>
    <p:sldId xmlns:r="http://schemas.openxmlformats.org/officeDocument/2006/relationships" id="264" r:id="Rda3d049a9802421e"/>
    <p:sldId xmlns:r="http://schemas.openxmlformats.org/officeDocument/2006/relationships" id="265" r:id="R61df3e9219e54b32"/>
    <p:sldId xmlns:r="http://schemas.openxmlformats.org/officeDocument/2006/relationships" id="266" r:id="Rff36c6f658bd47b9"/>
    <p:sldId xmlns:r="http://schemas.openxmlformats.org/officeDocument/2006/relationships" id="267" r:id="R2e2f934d5ab741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a4e80d7874ae3" /><Relationship Type="http://schemas.openxmlformats.org/officeDocument/2006/relationships/slideMaster" Target="/ppt/slideMasters/slideMaster1.xml" Id="R57ed6659c3df415e" /><Relationship Type="http://schemas.openxmlformats.org/officeDocument/2006/relationships/notesMaster" Target="/ppt/notesMasters/notesMaster1.xml" Id="R1be115caf4cc4182" /><Relationship Type="http://schemas.openxmlformats.org/officeDocument/2006/relationships/presProps" Target="/ppt/presProps.xml" Id="R41760b6e27484903" /><Relationship Type="http://schemas.openxmlformats.org/officeDocument/2006/relationships/tableStyles" Target="/ppt/tableStyles.xml" Id="Rf74bdcd06e0340c0" /><Relationship Type="http://schemas.openxmlformats.org/officeDocument/2006/relationships/slide" Target="/ppt/slides/slide1.xml" Id="Rafff8977e8e44676" /><Relationship Type="http://schemas.openxmlformats.org/officeDocument/2006/relationships/slide" Target="/ppt/slides/slide2.xml" Id="Rf48755b85f614ecb" /><Relationship Type="http://schemas.openxmlformats.org/officeDocument/2006/relationships/slide" Target="/ppt/slides/slide3.xml" Id="R4265db191a2c469e" /><Relationship Type="http://schemas.openxmlformats.org/officeDocument/2006/relationships/slide" Target="/ppt/slides/slide4.xml" Id="R8f944de138aa4926" /><Relationship Type="http://schemas.openxmlformats.org/officeDocument/2006/relationships/slide" Target="/ppt/slides/slide5.xml" Id="R8c0aaef6f72149ff" /><Relationship Type="http://schemas.openxmlformats.org/officeDocument/2006/relationships/slide" Target="/ppt/slides/slide6.xml" Id="R39e59a3a1fb245c1" /><Relationship Type="http://schemas.openxmlformats.org/officeDocument/2006/relationships/slide" Target="/ppt/slides/slide7.xml" Id="R26e16ab82ddf4448" /><Relationship Type="http://schemas.openxmlformats.org/officeDocument/2006/relationships/slide" Target="/ppt/slides/slide8.xml" Id="R8513e6fafb204a9e" /><Relationship Type="http://schemas.openxmlformats.org/officeDocument/2006/relationships/slide" Target="/ppt/slides/slide9.xml" Id="Rda3d049a9802421e" /><Relationship Type="http://schemas.openxmlformats.org/officeDocument/2006/relationships/slide" Target="/ppt/slides/slide10.xml" Id="R61df3e9219e54b32" /><Relationship Type="http://schemas.openxmlformats.org/officeDocument/2006/relationships/slide" Target="/ppt/slides/slide11.xml" Id="Rff36c6f658bd47b9" /><Relationship Type="http://schemas.openxmlformats.org/officeDocument/2006/relationships/slide" Target="/ppt/slides/slide12.xml" Id="R2e2f934d5ab7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7a09807cbd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689b997724a25" /><Relationship Type="http://schemas.openxmlformats.org/officeDocument/2006/relationships/notesMaster" Target="/ppt/notesMasters/notesMaster1.xml" Id="R0b3771467440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ed96690fb430d" /><Relationship Type="http://schemas.openxmlformats.org/officeDocument/2006/relationships/notesMaster" Target="/ppt/notesMasters/notesMaster1.xml" Id="Rd2f55428abe8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7fc406d85413b" /><Relationship Type="http://schemas.openxmlformats.org/officeDocument/2006/relationships/notesMaster" Target="/ppt/notesMasters/notesMaster1.xml" Id="R27ca3453435f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3e00d8e22549de" /><Relationship Type="http://schemas.openxmlformats.org/officeDocument/2006/relationships/notesMaster" Target="/ppt/notesMasters/notesMaster1.xml" Id="Re00b0b3013fb44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9d4744f53c449f" /><Relationship Type="http://schemas.openxmlformats.org/officeDocument/2006/relationships/notesMaster" Target="/ppt/notesMasters/notesMaster1.xml" Id="Recafeeabe6e341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1c466476064065" /><Relationship Type="http://schemas.openxmlformats.org/officeDocument/2006/relationships/notesMaster" Target="/ppt/notesMasters/notesMaster1.xml" Id="R0f3f3a60a6d245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3ad560c4f4d25" /><Relationship Type="http://schemas.openxmlformats.org/officeDocument/2006/relationships/notesMaster" Target="/ppt/notesMasters/notesMaster1.xml" Id="Rd686d061795646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a4a8992b7442d7" /><Relationship Type="http://schemas.openxmlformats.org/officeDocument/2006/relationships/notesMaster" Target="/ppt/notesMasters/notesMaster1.xml" Id="Rbf730459ba7c42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6721059cad40aa" /><Relationship Type="http://schemas.openxmlformats.org/officeDocument/2006/relationships/notesMaster" Target="/ppt/notesMasters/notesMaster1.xml" Id="R4cf3a0b5e04145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0a74d579d4497" /><Relationship Type="http://schemas.openxmlformats.org/officeDocument/2006/relationships/notesMaster" Target="/ppt/notesMasters/notesMaster1.xml" Id="R4756b1cb7b0642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d5a6ba51774a45" /><Relationship Type="http://schemas.openxmlformats.org/officeDocument/2006/relationships/notesMaster" Target="/ppt/notesMasters/notesMaster1.xml" Id="R9d6bfcb27ff344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2cc398a3454e7a" /><Relationship Type="http://schemas.openxmlformats.org/officeDocument/2006/relationships/notesMaster" Target="/ppt/notesMasters/notesMaster1.xml" Id="Rf8b73808d6b8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QueryCraft as a controlled-language compiler project. It does not use LLMs, ML models, NLP frameworks, or external AI APIs.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project does not claim unrestricted natural-language understanding. The input language is intentionally restricted.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is a problem-definition, system-design, and initial-prototype stage. Full expansion belongs to later phases.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pipeline. The symbol table gives data types and valid attribute names. The error handler receives failures from lexer, parser, and semantic analyzer.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 preliminary EBNF-style grammar. Only supported vocabulary and grammar patterns reach the parser.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AST separates source syntax from SQL. This makes validation and generation systematic.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Clearly distinguish syntax and semantics: syntax checks grammar order; semantics checks meaning against the schema and types.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actual command in the terminal during the review. The README lists three prepared demo commands, including a semantic-error case.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only verified results. The local test suite ran successfully with 13 tests. Do not claim performance or database execution results that were not measured.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that the design is realistic for an individual project and naturally extensible. Invite questions about any module or test.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the repository link only if requested. Explain that it contains the code used in the live demonstration.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faculty member and invite questions.</a:t>
            </a:r>
          </a:p>
          <a:p xmlns:a="http://schemas.openxmlformats.org/drawingml/2006/main">
            <a:r>
              <a:t>Source: QueryCraft Phase 1 report and verified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d8e55bfc1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4d34bc9654d62" /><Relationship Type="http://schemas.openxmlformats.org/officeDocument/2006/relationships/slideLayout" Target="/ppt/slideLayouts/slideLayout1.xml" Id="R3bcef14e1a83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ef14e1a83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6be0e089e4886" /><Relationship Type="http://schemas.openxmlformats.org/officeDocument/2006/relationships/image" Target="/ppt/media/image.png" Id="Rd6d09fbe96a0455c" /><Relationship Type="http://schemas.openxmlformats.org/officeDocument/2006/relationships/notesSlide" Target="/ppt/notesSlides/notesSlide1.xml" Id="R999a739e482746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20346df5d4e98" /><Relationship Type="http://schemas.openxmlformats.org/officeDocument/2006/relationships/image" Target="/ppt/media/image2.png" Id="Rbd307f44e8c54bd6" /><Relationship Type="http://schemas.openxmlformats.org/officeDocument/2006/relationships/notesSlide" Target="/ppt/notesSlides/notesSlide2.xml" Id="R3d67f4e45204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a6e29555d4089" /><Relationship Type="http://schemas.openxmlformats.org/officeDocument/2006/relationships/image" Target="/ppt/media/image3.png" Id="Reb1e0c28e64f4443" /><Relationship Type="http://schemas.openxmlformats.org/officeDocument/2006/relationships/notesSlide" Target="/ppt/notesSlides/notesSlide3.xml" Id="R37d91fa84b444a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e490e95d4cab" /><Relationship Type="http://schemas.openxmlformats.org/officeDocument/2006/relationships/image" Target="/ppt/media/image4.png" Id="R490dd13cf8014890" /><Relationship Type="http://schemas.openxmlformats.org/officeDocument/2006/relationships/notesSlide" Target="/ppt/notesSlides/notesSlide4.xml" Id="Reed14957682943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083592e5245c8" /><Relationship Type="http://schemas.openxmlformats.org/officeDocument/2006/relationships/image" Target="/ppt/media/image5.png" Id="Rb131832176514d2d" /><Relationship Type="http://schemas.openxmlformats.org/officeDocument/2006/relationships/notesSlide" Target="/ppt/notesSlides/notesSlide5.xml" Id="R06101e267f0c4c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036d5fc5b4d39" /><Relationship Type="http://schemas.openxmlformats.org/officeDocument/2006/relationships/image" Target="/ppt/media/image6.png" Id="R2059d68928d24bc3" /><Relationship Type="http://schemas.openxmlformats.org/officeDocument/2006/relationships/notesSlide" Target="/ppt/notesSlides/notesSlide6.xml" Id="R596b9d0e9df345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c366ed5164d53" /><Relationship Type="http://schemas.openxmlformats.org/officeDocument/2006/relationships/image" Target="/ppt/media/image7.png" Id="R42270a066b09443f" /><Relationship Type="http://schemas.openxmlformats.org/officeDocument/2006/relationships/notesSlide" Target="/ppt/notesSlides/notesSlide7.xml" Id="R7d14d6cc5fcc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ea10c944947d7" /><Relationship Type="http://schemas.openxmlformats.org/officeDocument/2006/relationships/image" Target="/ppt/media/image8.png" Id="Rf6d148a08bc048ce" /><Relationship Type="http://schemas.openxmlformats.org/officeDocument/2006/relationships/notesSlide" Target="/ppt/notesSlides/notesSlide8.xml" Id="R7e89ecc8bdf942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886d37c0e4f27" /><Relationship Type="http://schemas.openxmlformats.org/officeDocument/2006/relationships/image" Target="/ppt/media/image9.png" Id="R36ba13685349439c" /><Relationship Type="http://schemas.openxmlformats.org/officeDocument/2006/relationships/notesSlide" Target="/ppt/notesSlides/notesSlide9.xml" Id="R7f7d21756b7942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8502dae3245fe" /><Relationship Type="http://schemas.openxmlformats.org/officeDocument/2006/relationships/image" Target="/ppt/media/image10.png" Id="Re0dcfb4465da4bea" /><Relationship Type="http://schemas.openxmlformats.org/officeDocument/2006/relationships/notesSlide" Target="/ppt/notesSlides/notesSlide10.xml" Id="R5bac42b341aa40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3d7058e1d4983" /><Relationship Type="http://schemas.openxmlformats.org/officeDocument/2006/relationships/image" Target="/ppt/media/image11.png" Id="R5a19789a0ea94629" /><Relationship Type="http://schemas.openxmlformats.org/officeDocument/2006/relationships/notesSlide" Target="/ppt/notesSlides/notesSlide11.xml" Id="Rec0069704d8245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93bad51044ae8" /><Relationship Type="http://schemas.openxmlformats.org/officeDocument/2006/relationships/image" Target="/ppt/media/image12.png" Id="Rc86127280b4c4046" /><Relationship Type="http://schemas.openxmlformats.org/officeDocument/2006/relationships/notesSlide" Target="/ppt/notesSlides/notesSlide12.xml" Id="R548012fd07c743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9fbe96a045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2B8B5-DBFD-48FB-9B11-A8B53A5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240BC-E631-4E74-AF97-0238DBC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QueryCraft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C8402-5C30-41F8-BC4E-C9667011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F9FC"/>
                </a:solidFill>
                <a:latin typeface="Arial"/>
                <a:ea typeface="Arial"/>
                <a:cs typeface="Arial"/>
              </a:rPr>
              <a:t>A Rule-Based Natural Language to SQL Compiler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246AF-625C-4A75-88B6-AFBB702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Compiler Design Laboratory | Phase 1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80EFD-3921-4BF0-83A9-C22D03F1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ASHWIN RAAJ K E</a:t>
            </a:r>
          </a:p>
          <a:p xmlns:a="http://schemas.openxmlformats.org/drawingml/2006/main">
            <a:pPr>
              <a:defRPr sz="16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24BCE2543</a:t>
            </a:r>
          </a:p>
          <a:p xmlns:a="http://schemas.openxmlformats.org/drawingml/2006/main">
            <a:pPr>
              <a:defRPr sz="16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BCSE307P</a:t>
            </a:r>
          </a:p>
        </p:txBody>
      </p:sp>
    </p:spTree>
    <p:extLst>
      <p:ext uri="{BB962C8B-B14F-4D97-AF65-F5344CB8AC3E}">
        <p14:creationId xmlns:p14="http://schemas.microsoft.com/office/powerpoint/2010/main" val="480632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07f44e8c54b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F5C0E-30A9-437D-9AE6-C723F86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43ED7-D94D-49EF-AA16-523D9C1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 and 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404D7-141D-4A93-A5A4-8C7440D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A29E8-C4F6-42BA-B908-5773A784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8919D-B429-4E03-B1FA-324883E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34574-B927-4A88-88C9-1985FC8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requires users to know a formal query syntax.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47DF1-FB05-404D-A057-75AB954E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44466-DB1D-4A4D-A9E1-3780294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QueryCraft accepts a small, defined English-like query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4843-607A-4025-AD7F-713365E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E85AC-182A-4E4E-8108-CACE78A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system translates the query through explicit compiler stages into 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252E8-00D3-4C0D-82DB-FC0F733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5BAA9-9A1B-45D4-A05C-440F92D2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focus is transparency, testability, and explainable errors.</a:t>
            </a:r>
          </a:p>
        </p:txBody>
      </p:sp>
    </p:spTree>
    <p:extLst>
      <p:ext uri="{BB962C8B-B14F-4D97-AF65-F5344CB8AC3E}">
        <p14:creationId xmlns:p14="http://schemas.microsoft.com/office/powerpoint/2010/main" val="802090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e0c28e64f44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BA33-94BA-4F7F-808D-2748C332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86FF7-D864-49D8-8A13-31744A4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 objectives and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CD544-7C74-4D45-AA68-61D6BA22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D7994-6841-4DD2-BB23-F261C415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3C88-818C-4B3E-9D6F-1670983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CE509-2056-409A-8C0F-3B9A2BC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tokens, grammar rules, syntax forms, and semantic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0278-2FDA-433C-8B2D-2EA9FC7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DA8EC-7896-4B89-AD05-C5839D9A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 working prototype for one predefined students schema.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A498-D801-4248-8E5A-441FD7F6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83BFF-DE75-48AE-8081-2CFED2C2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SELECT-style SQL with conditions, ordering, limits, and COUNT.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1A2DE-4B28-44DE-B2AF-D9EF8D2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4D31E-77A5-40D5-88FA-98D7925F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Exclude joins, subqueries, arbitrary databases, and conversational language.</a:t>
            </a:r>
          </a:p>
        </p:txBody>
      </p:sp>
    </p:spTree>
    <p:extLst>
      <p:ext uri="{BB962C8B-B14F-4D97-AF65-F5344CB8AC3E}">
        <p14:creationId xmlns:p14="http://schemas.microsoft.com/office/powerpoint/2010/main" val="1120724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dd13cf80148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CBB04-FB29-4E32-B6A2-483D6BE3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EA1F6-489D-4354-96E3-409264CD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E14D2-F574-41BA-AE40-5A5E1DCA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CD4AB-6103-4C4C-A151-9FF7D5E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4D250-8E03-4E60-90D7-2F317282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Source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75B18-46B1-490A-B3D4-A4EBED2E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196A9-D7EC-47B6-A3CE-658A631E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Lexer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D804-0DC0-44D7-BBDA-6297701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B1128-16EB-4FFF-973A-80914467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837A3-B4E0-4DDE-857E-D7770EF0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2DBFB-9F1B-4140-AD34-A72779D5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C9FAFE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AST / 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7FC5A-371E-432F-8ACB-E929BDD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73A52-3FA5-4A3A-9F80-7738552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Semantic analyzer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230D0-95FE-4ACE-837F-E3A044F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F6996-00F0-4119-B29A-4DA452B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SQL generator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3127E-6657-42AB-A3EC-90FE557E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384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7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D75DF-E7DE-4149-B9A5-4D02734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9FA"/>
          </a:solidFill>
          <a:ln xmlns:a="http://schemas.openxmlformats.org/drawingml/2006/main" w="9525">
            <a:solidFill>
              <a:srgbClr val="20C5D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2B4C"/>
                </a:solidFill>
                <a:latin typeface="Arial"/>
                <a:ea typeface="Arial"/>
                <a:cs typeface="Arial"/>
              </a:rPr>
              <a:t>SQL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CFF20-D490-4665-97F7-04A93AB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Symbol table / schema validation: students(student_id, name, department, cgpa, age)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10F96-86E7-4D75-90F4-06687F5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Error handler reports lexical, syntax, and semantic diagnostics at the appropriate stage.</a:t>
            </a:r>
          </a:p>
        </p:txBody>
      </p:sp>
    </p:spTree>
    <p:extLst>
      <p:ext uri="{BB962C8B-B14F-4D97-AF65-F5344CB8AC3E}">
        <p14:creationId xmlns:p14="http://schemas.microsoft.com/office/powerpoint/2010/main" val="332561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1832176514d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52312-E429-4143-83D5-88E786E0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E0A05-228C-4BEC-98B6-7B7906E5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language specification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5BC50-222A-4D76-9EB9-0F34B5B2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D85F2-F40C-497B-B42F-1CCDF558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2C30D-9922-48FA-A5FF-CCBD0D9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20C2B-1958-425D-A40D-DB9BB3C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Actions: show, display, list,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87DBC-A41E-491B-B76E-D9ACF32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4E14-946D-4722-8BA0-6F1D0C3B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Entities and attributes: student(s), name, department, cgpa, age, student_id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842CD-43D6-4581-947F-CCC18E1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C9B02-A92C-44CC-9368-09023CBA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Comparisons: &gt;, &lt;, &gt;=, &lt;=, =, !=, greater than, less than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1230B-69D6-4B86-A4A9-2000BB1E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46DEA-FEA3-4122-A5B5-914346C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Controls: and, or, ordered by, ascending, descending, top,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B58C5-F768-4377-93E2-7A8F5E68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Example grammar: query = selection | count; condition = attribute comparison value; ordering = ordered by attribute [ascending | descending]</a:t>
            </a:r>
          </a:p>
        </p:txBody>
      </p:sp>
    </p:spTree>
    <p:extLst>
      <p:ext uri="{BB962C8B-B14F-4D97-AF65-F5344CB8AC3E}">
        <p14:creationId xmlns:p14="http://schemas.microsoft.com/office/powerpoint/2010/main" val="1371739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9d68928d24b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8261-D791-44E9-B662-F52C30B9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5986D-B041-44F6-8620-26F23FB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AST / intermediate representation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93EF2-E241-4DF7-9F77-3192C18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60FA1-3C78-4049-9C73-9619132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550D6-6C78-4921-98F6-0F7B2805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Input: Show students whose CGPA is greater than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6512E-78B2-4605-A552-B81263F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CF562-566D-4F59-8882-1F2D4E3A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projection: 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95421-2E70-427F-AD91-B5652B4D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source: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85549-ACC0-4348-AA06-ABBC1B1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condition: cgpa &gt;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712E-FC42-41C3-94BB-4F463A48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order_by: 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F0FE1-7275-42A4-96AC-9B9241C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limit: 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64CE9-55E6-4952-BE55-350378D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The SQL generator reads this structured representation. It does not use pre-written SQL for full sentences.</a:t>
            </a:r>
          </a:p>
        </p:txBody>
      </p:sp>
    </p:spTree>
    <p:extLst>
      <p:ext uri="{BB962C8B-B14F-4D97-AF65-F5344CB8AC3E}">
        <p14:creationId xmlns:p14="http://schemas.microsoft.com/office/powerpoint/2010/main" val="2015768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70a066b09443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F2DC2-0541-4BC1-85D6-70751E9B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10121-A2EB-48E5-A607-5561E1CD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analysis and error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3C0F4-76B7-4280-8BEF-4225BFD2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2BF71-BF70-4952-A38B-9F8AA73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EF146-0D81-4181-BBBD-4A1A940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D1C17-75BB-4DAC-92CD-567BB20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Symbol table validates students and its five attributes with types.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12D3B-732C-42E6-BA9D-F190516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91F6E-FA44-49BC-BEAA-EDA825E2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Numeric attributes accept numeric values. Text attributes accept equality comparisons.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FE1A0-CED4-4A52-8E71-9EB1065F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9233A-CF5B-492A-BF25-0B6463E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Lexical error: unrecognized character, for example @.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205A3-D10F-4B3C-B8C6-99331991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D336B-5B96-45C8-B52E-181F14A5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Syntax error: missing value after a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E3AA9-7407-415E-AC01-F86A839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1570C-F3CB-426A-A1C1-8248C2C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385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 error: unknown attribute salary or text value for numeric cgpa.</a:t>
            </a:r>
          </a:p>
        </p:txBody>
      </p:sp>
    </p:spTree>
    <p:extLst>
      <p:ext uri="{BB962C8B-B14F-4D97-AF65-F5344CB8AC3E}">
        <p14:creationId xmlns:p14="http://schemas.microsoft.com/office/powerpoint/2010/main" val="1518497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148a08bc048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71BBF-5278-42EC-93AF-1F983150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01A69-4873-4AAB-86D1-D23AA064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Initial prototype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07EE8-2742-474D-AF89-73E96A5C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0E825-8E4A-451D-8F4A-F4CA41F8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511B8-F50D-452D-AF60-D3720A04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34774-9FDE-4469-8550-8204310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top 5 students by CGPA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9A32A-4E0C-4575-9B7E-261AB5C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CBE4F-E78E-43C1-98B6-74DD286F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ACTION(show), TOP(top), NUMBER(5), ENTITY(students), BY(by), ATTRIBUTE(cgpa)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676BD-6ECF-4CF7-AC8A-FA474438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1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Generated 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7E396-D672-4783-AFD0-FF995D15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623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* FROM students ORDER BY cgpa DESC LIMIT 5;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A0BAD-3AD5-4E75-BDA1-C8A19408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The command-line prototype prints tokens, AST/IR, semantic-validation status, and SQL.</a:t>
            </a:r>
          </a:p>
        </p:txBody>
      </p:sp>
    </p:spTree>
    <p:extLst>
      <p:ext uri="{BB962C8B-B14F-4D97-AF65-F5344CB8AC3E}">
        <p14:creationId xmlns:p14="http://schemas.microsoft.com/office/powerpoint/2010/main" val="646526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a1368534943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E7BC2-5054-4CD0-AF30-B3A6FC26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84711-C44F-4C9D-BA56-1ECBC14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3D8C-7DB1-4B97-8D7E-2795AFA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8A3EC-BB2D-4D2A-99BD-DAB7E607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6295C-99AA-4A7A-88E8-BCAE5A6C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64140-86FE-4828-B4CB-DDCD2B8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 automated Phase 1 tests passed.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13BFB-8BBB-46C9-AC57-84217FAA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DF956-1E9E-4698-8D0E-09FE9DF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cases cover projection, condition, department filter, ordering, top, count, and 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8DD2B-ADF1-4A12-A213-6B34D5E6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3FC12-4D95-4321-9DDC-A8A1160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Invalid cases cover lexical, syntax, semantic, and unsupported-query errors.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6E6E-0780-4039-8297-8EA1E6CE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115FF-7254-4600-B9A7-FF4C0FC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 error: Show students where salary greater than 10 returns Unknown attribute 'salary'.</a:t>
            </a:r>
          </a:p>
        </p:txBody>
      </p:sp>
    </p:spTree>
    <p:extLst>
      <p:ext uri="{BB962C8B-B14F-4D97-AF65-F5344CB8AC3E}">
        <p14:creationId xmlns:p14="http://schemas.microsoft.com/office/powerpoint/2010/main" val="1839832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cfb4465da4b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5C7FE-0614-4467-83F2-6F71A62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240FA-EC47-4085-9C08-9B5B839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Innovation, feasibility,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EF150-8C67-401E-96A0-F5168106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839B-3056-4785-95E1-CC57DAA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63B93-5F67-48CB-9786-86DA2CD4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0F449-F138-4ED1-80D2-D446955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763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Innovation: a transparent controlled-language SQL compiler for teaching compiler stages.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E9B76-5DF6-41DC-B5E2-3222557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4D076-1979-4F66-B1E8-0FB9730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669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Schema-aware validation and human-readable diagnostics make internal processing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7D408-3DCB-424F-8583-C8650954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68B26-7CAA-4EC8-ABDC-F63219FE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prototype uses modular Python files and only standard-library components.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F3CB3-2219-4CBC-8946-7660EAC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408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F30D2-51A5-4673-9F6F-8DC595C7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981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 can extend grammar, AST visualization, SQLite execution, and richer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76053-A77C-4AFF-A19C-2B9DF10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 status: system design complete and initial compiler pipeline verified.</a:t>
            </a:r>
          </a:p>
        </p:txBody>
      </p:sp>
    </p:spTree>
    <p:extLst>
      <p:ext uri="{BB962C8B-B14F-4D97-AF65-F5344CB8AC3E}">
        <p14:creationId xmlns:p14="http://schemas.microsoft.com/office/powerpoint/2010/main" val="1622480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789a0ea946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4AB23-C42B-4487-B725-B39153B2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7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C2DB2-D9CB-4D81-B74E-852AA654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234C0-55F4-415D-8A12-C917611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585DF-9607-4077-809C-D80A8620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14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9D34B-A79B-494E-AA2C-CDB5BDC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C5D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C5D5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7EE97-6BFB-4828-BF9A-65B65E2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https://github.com/ashwinraaj06112006-blip/QueryCraft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6B603-1D4D-4F21-9A8C-413EAC06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6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Repository contents: Phase 1 Python source, automated tests, README, and Review 1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166079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B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127280b4c40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03C94-131C-459E-BF99-4C302CFF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4C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6863-D971-46EA-89B6-26AF1EC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37578-AA92-4B7B-8491-5D7A125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F9F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F9FC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833E6-C45F-481C-9782-9EE29E48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DF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DFE8"/>
                </a:solidFill>
                <a:latin typeface="Arial"/>
                <a:ea typeface="Arial"/>
                <a:cs typeface="Arial"/>
              </a:rPr>
              <a:t>ASHWIN RAAJ K E | 24BCE2543</a:t>
            </a:r>
          </a:p>
        </p:txBody>
      </p:sp>
    </p:spTree>
    <p:extLst>
      <p:ext uri="{BB962C8B-B14F-4D97-AF65-F5344CB8AC3E}">
        <p14:creationId xmlns:p14="http://schemas.microsoft.com/office/powerpoint/2010/main" val="202763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2026-09-18T12:04:41.2590000Z</dcterms:created>
  <dcterms:modified xsi:type="dcterms:W3CDTF">2026-09-18T12:04:41.2590000Z</dcterms:modified>
</coreProperties>
</file>